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>
      <p:ext uri="{19B8F6BF-5375-455C-9EA6-DF929625EA0E}">
        <p15:presenceInfo xmlns:p15="http://schemas.microsoft.com/office/powerpoint/2012/main" userId="341244a56e360ee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4T06:46:22.888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61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01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3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12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966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74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40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9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306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A6071-1C04-4F9A-BFC6-0E8C23DE146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26AAD-2D37-4AD1-AB39-938BD8F2B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24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elog.io/@welloff_jj/Complexity-and-Big-O-notation" TargetMode="External"/><Relationship Id="rId2" Type="http://schemas.openxmlformats.org/officeDocument/2006/relationships/hyperlink" Target="https://yoongrammer.tistory.com/7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on1z10.github.io/development/quick-sort-algorith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ir_sensor_filtered</a:t>
            </a:r>
            <a:r>
              <a:rPr lang="en-US" altLang="ko-KR" dirty="0" smtClean="0"/>
              <a:t>() </a:t>
            </a:r>
            <a:r>
              <a:rPr lang="ko-KR" altLang="en-US" dirty="0" smtClean="0"/>
              <a:t>설명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20252295</a:t>
            </a:r>
            <a:r>
              <a:rPr lang="ko-KR" altLang="en-US" dirty="0" err="1" smtClean="0"/>
              <a:t>권용현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757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 smtClean="0"/>
              <a:t>코드의 시간 복잡도 및 공간 복잡도 개념 설명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en-US" altLang="ko-KR" dirty="0" err="1"/>
              <a:t>i</a:t>
            </a:r>
            <a:r>
              <a:rPr lang="en-US" altLang="ko-KR" dirty="0" err="1" smtClean="0"/>
              <a:t>r_sensor_filtered</a:t>
            </a:r>
            <a:r>
              <a:rPr lang="en-US" altLang="ko-KR" dirty="0" smtClean="0"/>
              <a:t>()</a:t>
            </a:r>
            <a:r>
              <a:rPr lang="ko-KR" altLang="en-US" dirty="0" smtClean="0"/>
              <a:t>의 시간 복잡도 분석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en-US" altLang="ko-KR" dirty="0" err="1" smtClean="0"/>
              <a:t>ir_sensor_filtered</a:t>
            </a:r>
            <a:r>
              <a:rPr lang="en-US" altLang="ko-KR" dirty="0" smtClean="0"/>
              <a:t>()</a:t>
            </a:r>
            <a:r>
              <a:rPr lang="ko-KR" altLang="en-US" dirty="0" smtClean="0"/>
              <a:t>의 공간 복잡도 분석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내용에 대한 출처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78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 smtClean="0"/>
              <a:t>코드의 시간 복잡도 및 공간 복잡도 개념 설명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 복잡도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알고리즘의 성능을 나타내는 척도</a:t>
            </a:r>
            <a:r>
              <a:rPr lang="en-US" altLang="ko-KR" dirty="0" smtClean="0"/>
              <a:t>. </a:t>
            </a:r>
            <a:r>
              <a:rPr lang="ko-KR" altLang="en-US" dirty="0" smtClean="0"/>
              <a:t>각 알고리즘이 주어진 특정 크기의 입력을 기준으로 </a:t>
            </a:r>
            <a:r>
              <a:rPr lang="ko-KR" altLang="en-US" dirty="0" err="1" smtClean="0"/>
              <a:t>수행시간</a:t>
            </a:r>
            <a:r>
              <a:rPr lang="ko-KR" altLang="en-US" dirty="0" smtClean="0"/>
              <a:t> 또는 </a:t>
            </a:r>
            <a:r>
              <a:rPr lang="ko-KR" altLang="en-US" dirty="0" err="1" smtClean="0"/>
              <a:t>사용공간이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알마나</a:t>
            </a:r>
            <a:r>
              <a:rPr lang="ko-KR" altLang="en-US" dirty="0" smtClean="0"/>
              <a:t> 되는지 비교할 수 있는 기준을 제시함</a:t>
            </a:r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복잡도 표기법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시간 복잡도는 세 가지의 경우로 나타냄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빅 오메가 표기법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최선의 경우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빅 </a:t>
            </a:r>
            <a:r>
              <a:rPr lang="ko-KR" altLang="en-US" dirty="0" err="1" smtClean="0"/>
              <a:t>세타</a:t>
            </a:r>
            <a:r>
              <a:rPr lang="ko-KR" altLang="en-US" dirty="0"/>
              <a:t> </a:t>
            </a:r>
            <a:r>
              <a:rPr lang="ko-KR" altLang="en-US" dirty="0" smtClean="0"/>
              <a:t>표기법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평균적인 경우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빅 오 표기법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최악의 경우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공간 복잡도는 빅 오 표기법으로만 나타냄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6598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코드의 시간 복잡도 및 공간 복잡도 개념 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 시간 복잡도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알고리즘을 실행했을 시 필요한 연산의 시간을 평가</a:t>
            </a:r>
            <a:r>
              <a:rPr lang="en-US" altLang="ko-KR" dirty="0" smtClean="0"/>
              <a:t>. </a:t>
            </a:r>
            <a:r>
              <a:rPr lang="ko-KR" altLang="en-US" dirty="0" smtClean="0"/>
              <a:t>빅 오 표기법을 이용하여 시간 복잡도를 분석할 예정</a:t>
            </a:r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공간 복잡도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알고리즘을 실행하고 완료했을 시 얼마나 많은 공간을 소요하는지 평가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59248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/>
            <a:r>
              <a:rPr lang="en-US" altLang="ko-KR" dirty="0" err="1" smtClean="0"/>
              <a:t>ir_sensor_filtered</a:t>
            </a:r>
            <a:r>
              <a:rPr lang="en-US" altLang="ko-KR" dirty="0" smtClean="0"/>
              <a:t>()</a:t>
            </a:r>
            <a:r>
              <a:rPr lang="ko-KR" altLang="en-US" dirty="0" smtClean="0"/>
              <a:t>의 시간 복잡도 분석</a:t>
            </a:r>
            <a:endParaRPr lang="en-US" altLang="ko-KR" dirty="0" smtClean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3700"/>
            <a:ext cx="3209925" cy="12477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64487"/>
            <a:ext cx="3648075" cy="390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33172" y="2715977"/>
            <a:ext cx="6620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1: n</a:t>
            </a:r>
            <a:r>
              <a:rPr lang="ko-KR" altLang="en-US" sz="2800" dirty="0" smtClean="0"/>
              <a:t>개의 값을 </a:t>
            </a:r>
            <a:r>
              <a:rPr lang="ko-KR" altLang="en-US" sz="2800" dirty="0" err="1" smtClean="0"/>
              <a:t>입력받음</a:t>
            </a:r>
            <a:endParaRPr lang="ko-KR" alt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4733172" y="4198139"/>
            <a:ext cx="6620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2</a:t>
            </a:r>
            <a:r>
              <a:rPr lang="en-US" altLang="ko-KR" sz="2800" dirty="0" smtClean="0"/>
              <a:t>: </a:t>
            </a:r>
            <a:r>
              <a:rPr lang="ko-KR" altLang="en-US" sz="2800" dirty="0" err="1" smtClean="0"/>
              <a:t>입력받은</a:t>
            </a:r>
            <a:r>
              <a:rPr lang="ko-KR" altLang="en-US" sz="2800" dirty="0" smtClean="0"/>
              <a:t> 값들을 </a:t>
            </a:r>
            <a:r>
              <a:rPr lang="en-US" altLang="ko-KR" sz="2800" dirty="0" smtClean="0"/>
              <a:t>Quicksort</a:t>
            </a:r>
            <a:r>
              <a:rPr lang="ko-KR" altLang="en-US" sz="2800" dirty="0" smtClean="0"/>
              <a:t>함</a:t>
            </a:r>
            <a:endParaRPr lang="ko-KR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838200" y="5318024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Quicksort</a:t>
            </a:r>
            <a:r>
              <a:rPr lang="ko-KR" altLang="en-US" sz="2800" dirty="0" smtClean="0"/>
              <a:t>의 시간복잡도는 평균 </a:t>
            </a:r>
            <a:r>
              <a:rPr lang="en-US" altLang="ko-KR" sz="2800" dirty="0" smtClean="0"/>
              <a:t>O(n log n), </a:t>
            </a:r>
            <a:r>
              <a:rPr lang="ko-KR" altLang="en-US" sz="2800" dirty="0" smtClean="0"/>
              <a:t>최악 </a:t>
            </a:r>
            <a:r>
              <a:rPr lang="en-US" altLang="ko-KR" sz="2800" dirty="0" smtClean="0"/>
              <a:t>O(n ^ 2)</a:t>
            </a:r>
            <a:r>
              <a:rPr lang="ko-KR" altLang="en-US" sz="2800" dirty="0" smtClean="0"/>
              <a:t>이므로 </a:t>
            </a:r>
            <a:r>
              <a:rPr lang="en-US" altLang="ko-KR" sz="2800" dirty="0" err="1" smtClean="0"/>
              <a:t>ir_sensor_filtered</a:t>
            </a:r>
            <a:r>
              <a:rPr lang="ko-KR" altLang="en-US" sz="2800" dirty="0" smtClean="0"/>
              <a:t>의 시간 복잡도는 </a:t>
            </a:r>
            <a:r>
              <a:rPr lang="en-US" altLang="ko-KR" sz="2800" dirty="0" smtClean="0"/>
              <a:t>O(n log n) ~ O(n ^ 2)</a:t>
            </a:r>
            <a:r>
              <a:rPr lang="ko-KR" altLang="en-US" sz="2800" dirty="0" smtClean="0"/>
              <a:t>이다</a:t>
            </a:r>
            <a:r>
              <a:rPr lang="en-US" altLang="ko-KR" sz="2800" dirty="0" smtClean="0"/>
              <a:t>.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3938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ir_sensor_filtered</a:t>
            </a:r>
            <a:r>
              <a:rPr lang="en-US" altLang="ko-KR" dirty="0" smtClean="0"/>
              <a:t>()</a:t>
            </a:r>
            <a:r>
              <a:rPr lang="ko-KR" altLang="en-US" dirty="0" smtClean="0"/>
              <a:t>의 공간 복잡도 분석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Quicksort</a:t>
            </a:r>
            <a:r>
              <a:rPr lang="ko-KR" altLang="en-US" dirty="0" smtClean="0"/>
              <a:t>는 재귀적으로 구현되므로 재귀 호출 스택이 사용됨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평균적으로 </a:t>
            </a:r>
            <a:r>
              <a:rPr lang="en-US" altLang="ko-KR" dirty="0" smtClean="0"/>
              <a:t>Quicksort</a:t>
            </a:r>
            <a:r>
              <a:rPr lang="ko-KR" altLang="en-US" dirty="0" smtClean="0"/>
              <a:t>의 재귀 깊이는 </a:t>
            </a:r>
            <a:r>
              <a:rPr lang="en-US" altLang="ko-KR" dirty="0" smtClean="0"/>
              <a:t>O(log n)</a:t>
            </a:r>
            <a:r>
              <a:rPr lang="ko-KR" altLang="en-US" dirty="0" smtClean="0"/>
              <a:t>이나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최악의 경우에는 </a:t>
            </a:r>
            <a:r>
              <a:rPr lang="en-US" altLang="ko-KR" dirty="0" smtClean="0"/>
              <a:t>O(n)</a:t>
            </a:r>
            <a:r>
              <a:rPr lang="ko-KR" altLang="en-US" dirty="0" smtClean="0"/>
              <a:t>이 될 수 있음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따라서 </a:t>
            </a:r>
            <a:r>
              <a:rPr lang="en-US" altLang="ko-KR" dirty="0" err="1" smtClean="0"/>
              <a:t>ir_sensor_filtered</a:t>
            </a:r>
            <a:r>
              <a:rPr lang="ko-KR" altLang="en-US" dirty="0" smtClean="0"/>
              <a:t>의 공간 복잡도는 </a:t>
            </a:r>
            <a:r>
              <a:rPr lang="en-US" altLang="ko-KR" dirty="0" smtClean="0"/>
              <a:t>O(log n) ~ O(n)</a:t>
            </a:r>
            <a:r>
              <a:rPr lang="ko-KR" altLang="en-US" dirty="0" smtClean="0"/>
              <a:t>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405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내용에 대한 출처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yoongrammer</a:t>
            </a:r>
            <a:r>
              <a:rPr lang="en-US" altLang="ko-KR" dirty="0" smtClean="0"/>
              <a:t>, </a:t>
            </a:r>
            <a:r>
              <a:rPr lang="ko-KR" altLang="en-US" dirty="0" smtClean="0"/>
              <a:t>⌈시간 복잡도</a:t>
            </a:r>
            <a:r>
              <a:rPr lang="en-US" altLang="ko-KR" dirty="0" smtClean="0"/>
              <a:t>(Time Complexity) </a:t>
            </a:r>
            <a:r>
              <a:rPr lang="ko-KR" altLang="en-US" dirty="0" smtClean="0"/>
              <a:t>및 공간 복잡도</a:t>
            </a:r>
            <a:r>
              <a:rPr lang="en-US" altLang="ko-KR" dirty="0" smtClean="0"/>
              <a:t>(Space Complexity)</a:t>
            </a:r>
            <a:r>
              <a:rPr lang="ko-KR" altLang="en-US" dirty="0" smtClean="0"/>
              <a:t>⌋</a:t>
            </a:r>
            <a:r>
              <a:rPr lang="en-US" altLang="ko-KR" dirty="0" smtClean="0"/>
              <a:t>, 2021. 06. 09., </a:t>
            </a:r>
            <a:r>
              <a:rPr lang="en-US" altLang="ko-KR" dirty="0" smtClean="0">
                <a:hlinkClick r:id="rId2"/>
              </a:rPr>
              <a:t>https://yoongrammer.tistory.com/79</a:t>
            </a:r>
            <a:r>
              <a:rPr lang="en-US" altLang="ko-KR" dirty="0" smtClean="0"/>
              <a:t>(2025. 11. 23).</a:t>
            </a:r>
          </a:p>
          <a:p>
            <a:r>
              <a:rPr lang="en-US" altLang="ko-KR" dirty="0" err="1"/>
              <a:t>h</a:t>
            </a:r>
            <a:r>
              <a:rPr lang="en-US" altLang="ko-KR" dirty="0" err="1" smtClean="0"/>
              <a:t>yojung</a:t>
            </a:r>
            <a:r>
              <a:rPr lang="en-US" altLang="ko-KR" dirty="0" smtClean="0"/>
              <a:t>, </a:t>
            </a:r>
            <a:r>
              <a:rPr lang="ko-KR" altLang="en-US" dirty="0" smtClean="0"/>
              <a:t>⌈복잡도</a:t>
            </a:r>
            <a:r>
              <a:rPr lang="en-US" altLang="ko-KR" dirty="0" smtClean="0"/>
              <a:t>(Complexity): </a:t>
            </a:r>
            <a:r>
              <a:rPr lang="ko-KR" altLang="en-US" dirty="0" smtClean="0"/>
              <a:t>시간 복잡도와 공간 복잡도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</a:t>
            </a:r>
            <a:r>
              <a:rPr lang="ko-KR" altLang="en-US" dirty="0" err="1" smtClean="0"/>
              <a:t>빅오</a:t>
            </a:r>
            <a:r>
              <a:rPr lang="en-US" altLang="ko-KR" dirty="0" smtClean="0"/>
              <a:t>(Big-O) </a:t>
            </a:r>
            <a:r>
              <a:rPr lang="ko-KR" altLang="en-US" dirty="0" smtClean="0"/>
              <a:t>표기법⌋</a:t>
            </a:r>
            <a:r>
              <a:rPr lang="en-US" altLang="ko-KR" dirty="0" smtClean="0"/>
              <a:t>, 2022. 01. 08., </a:t>
            </a:r>
            <a:r>
              <a:rPr lang="en-US" altLang="ko-KR" dirty="0" smtClean="0">
                <a:hlinkClick r:id="rId3"/>
              </a:rPr>
              <a:t>https://velog.io/@welloff_jj/Complexity-and-Big-O-notation</a:t>
            </a:r>
            <a:r>
              <a:rPr lang="en-US" altLang="ko-KR" dirty="0" smtClean="0"/>
              <a:t>(2025. 11. 23.).</a:t>
            </a:r>
          </a:p>
          <a:p>
            <a:r>
              <a:rPr lang="ko-KR" altLang="en-US" dirty="0" err="1" smtClean="0"/>
              <a:t>호드리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⌈</a:t>
            </a:r>
            <a:r>
              <a:rPr lang="en-US" altLang="ko-KR" dirty="0" smtClean="0"/>
              <a:t>Quick Sort </a:t>
            </a:r>
            <a:r>
              <a:rPr lang="ko-KR" altLang="en-US" dirty="0" smtClean="0"/>
              <a:t>알고리즘⌋</a:t>
            </a:r>
            <a:r>
              <a:rPr lang="en-US" altLang="ko-KR" dirty="0" smtClean="0"/>
              <a:t>, 2024. 01. </a:t>
            </a:r>
            <a:r>
              <a:rPr lang="en-US" altLang="ko-KR" smtClean="0"/>
              <a:t>01., </a:t>
            </a:r>
            <a:r>
              <a:rPr lang="en-US" altLang="ko-KR" smtClean="0">
                <a:hlinkClick r:id="rId4"/>
              </a:rPr>
              <a:t>https://moon1z10.github.io/development/quick-sort-algorithm/</a:t>
            </a:r>
            <a:r>
              <a:rPr lang="en-US" altLang="ko-KR" smtClean="0"/>
              <a:t>(2025.11.23.).</a:t>
            </a:r>
            <a:endParaRPr lang="ko-KR" altLang="en-US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049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322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ir_sensor_filtered() 설명</vt:lpstr>
      <vt:lpstr>목차</vt:lpstr>
      <vt:lpstr>코드의 시간 복잡도 및 공간 복잡도 개념 설명</vt:lpstr>
      <vt:lpstr>코드의 시간 복잡도 및 공간 복잡도 개념 설명</vt:lpstr>
      <vt:lpstr>ir_sensor_filtered()의 시간 복잡도 분석</vt:lpstr>
      <vt:lpstr>ir_sensor_filtered()의 공간 복잡도 분석</vt:lpstr>
      <vt:lpstr>내용에 대한 출처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ir_sensor_filtered() 설명</dc:title>
  <dc:creator>Windows 사용자</dc:creator>
  <cp:lastModifiedBy>Windows 사용자</cp:lastModifiedBy>
  <cp:revision>6</cp:revision>
  <dcterms:created xsi:type="dcterms:W3CDTF">2025-11-23T21:22:17Z</dcterms:created>
  <dcterms:modified xsi:type="dcterms:W3CDTF">2025-11-23T22:09:18Z</dcterms:modified>
</cp:coreProperties>
</file>